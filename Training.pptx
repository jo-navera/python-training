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3" r:id="rId4"/>
    <p:sldId id="258" r:id="rId5"/>
    <p:sldId id="262" r:id="rId6"/>
    <p:sldId id="259" r:id="rId7"/>
    <p:sldId id="264" r:id="rId8"/>
    <p:sldId id="275" r:id="rId9"/>
    <p:sldId id="265" r:id="rId10"/>
    <p:sldId id="267" r:id="rId11"/>
    <p:sldId id="268" r:id="rId12"/>
    <p:sldId id="269" r:id="rId13"/>
    <p:sldId id="270" r:id="rId14"/>
    <p:sldId id="271" r:id="rId15"/>
    <p:sldId id="272" r:id="rId16"/>
    <p:sldId id="274" r:id="rId17"/>
    <p:sldId id="273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1C809FE-801D-468B-89C4-1CB8EE34C55D}" v="19" dt="2026-04-27T13:40:03.22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 Navera" userId="cf76eb68cee54fc3" providerId="LiveId" clId="{1382C667-BCD0-42D8-909A-17027E6A378D}"/>
    <pc:docChg chg="undo custSel addSld delSld modSld sldOrd">
      <pc:chgData name="Jo Navera" userId="cf76eb68cee54fc3" providerId="LiveId" clId="{1382C667-BCD0-42D8-909A-17027E6A378D}" dt="2026-04-27T13:40:03.220" v="1357"/>
      <pc:docMkLst>
        <pc:docMk/>
      </pc:docMkLst>
      <pc:sldChg chg="modSp mod">
        <pc:chgData name="Jo Navera" userId="cf76eb68cee54fc3" providerId="LiveId" clId="{1382C667-BCD0-42D8-909A-17027E6A378D}" dt="2026-04-13T12:49:22.441" v="907" actId="20577"/>
        <pc:sldMkLst>
          <pc:docMk/>
          <pc:sldMk cId="495475486" sldId="257"/>
        </pc:sldMkLst>
        <pc:spChg chg="mod">
          <ac:chgData name="Jo Navera" userId="cf76eb68cee54fc3" providerId="LiveId" clId="{1382C667-BCD0-42D8-909A-17027E6A378D}" dt="2026-04-13T12:49:22.441" v="907" actId="20577"/>
          <ac:spMkLst>
            <pc:docMk/>
            <pc:sldMk cId="495475486" sldId="257"/>
            <ac:spMk id="3" creationId="{631FC355-D62D-21E6-E8F5-43F8B17D0894}"/>
          </ac:spMkLst>
        </pc:spChg>
      </pc:sldChg>
      <pc:sldChg chg="modSp mod">
        <pc:chgData name="Jo Navera" userId="cf76eb68cee54fc3" providerId="LiveId" clId="{1382C667-BCD0-42D8-909A-17027E6A378D}" dt="2026-04-13T13:26:13.996" v="1023" actId="27636"/>
        <pc:sldMkLst>
          <pc:docMk/>
          <pc:sldMk cId="3200336562" sldId="258"/>
        </pc:sldMkLst>
        <pc:spChg chg="mod">
          <ac:chgData name="Jo Navera" userId="cf76eb68cee54fc3" providerId="LiveId" clId="{1382C667-BCD0-42D8-909A-17027E6A378D}" dt="2026-04-13T13:26:13.996" v="1023" actId="27636"/>
          <ac:spMkLst>
            <pc:docMk/>
            <pc:sldMk cId="3200336562" sldId="258"/>
            <ac:spMk id="3" creationId="{1F156689-137D-55F3-745E-700BC5CF780C}"/>
          </ac:spMkLst>
        </pc:spChg>
      </pc:sldChg>
      <pc:sldChg chg="modSp mod">
        <pc:chgData name="Jo Navera" userId="cf76eb68cee54fc3" providerId="LiveId" clId="{1382C667-BCD0-42D8-909A-17027E6A378D}" dt="2026-04-13T12:54:24.478" v="1007" actId="20577"/>
        <pc:sldMkLst>
          <pc:docMk/>
          <pc:sldMk cId="846373987" sldId="259"/>
        </pc:sldMkLst>
        <pc:spChg chg="mod">
          <ac:chgData name="Jo Navera" userId="cf76eb68cee54fc3" providerId="LiveId" clId="{1382C667-BCD0-42D8-909A-17027E6A378D}" dt="2026-04-13T12:54:24.478" v="1007" actId="20577"/>
          <ac:spMkLst>
            <pc:docMk/>
            <pc:sldMk cId="846373987" sldId="259"/>
            <ac:spMk id="3" creationId="{6A7FCCC3-0C04-2F7E-16D6-F194C4AE6616}"/>
          </ac:spMkLst>
        </pc:spChg>
      </pc:sldChg>
      <pc:sldChg chg="modSp mod ord">
        <pc:chgData name="Jo Navera" userId="cf76eb68cee54fc3" providerId="LiveId" clId="{1382C667-BCD0-42D8-909A-17027E6A378D}" dt="2026-04-13T13:33:46.891" v="1215" actId="20577"/>
        <pc:sldMkLst>
          <pc:docMk/>
          <pc:sldMk cId="1737097261" sldId="262"/>
        </pc:sldMkLst>
        <pc:spChg chg="mod">
          <ac:chgData name="Jo Navera" userId="cf76eb68cee54fc3" providerId="LiveId" clId="{1382C667-BCD0-42D8-909A-17027E6A378D}" dt="2026-04-13T13:33:46.891" v="1215" actId="20577"/>
          <ac:spMkLst>
            <pc:docMk/>
            <pc:sldMk cId="1737097261" sldId="262"/>
            <ac:spMk id="3" creationId="{E3D643DA-939A-6E40-09B3-7AF2EA60D9E1}"/>
          </ac:spMkLst>
        </pc:spChg>
      </pc:sldChg>
      <pc:sldChg chg="modSp mod">
        <pc:chgData name="Jo Navera" userId="cf76eb68cee54fc3" providerId="LiveId" clId="{1382C667-BCD0-42D8-909A-17027E6A378D}" dt="2026-04-13T12:52:54.184" v="997" actId="20577"/>
        <pc:sldMkLst>
          <pc:docMk/>
          <pc:sldMk cId="1725435912" sldId="263"/>
        </pc:sldMkLst>
        <pc:spChg chg="mod">
          <ac:chgData name="Jo Navera" userId="cf76eb68cee54fc3" providerId="LiveId" clId="{1382C667-BCD0-42D8-909A-17027E6A378D}" dt="2026-04-13T12:52:54.184" v="997" actId="20577"/>
          <ac:spMkLst>
            <pc:docMk/>
            <pc:sldMk cId="1725435912" sldId="263"/>
            <ac:spMk id="3" creationId="{B6108CE6-8C2B-B40D-5082-E758F94C4863}"/>
          </ac:spMkLst>
        </pc:spChg>
      </pc:sldChg>
      <pc:sldChg chg="modSp mod">
        <pc:chgData name="Jo Navera" userId="cf76eb68cee54fc3" providerId="LiveId" clId="{1382C667-BCD0-42D8-909A-17027E6A378D}" dt="2026-04-27T13:40:03.220" v="1357"/>
        <pc:sldMkLst>
          <pc:docMk/>
          <pc:sldMk cId="3155571007" sldId="264"/>
        </pc:sldMkLst>
        <pc:spChg chg="mod">
          <ac:chgData name="Jo Navera" userId="cf76eb68cee54fc3" providerId="LiveId" clId="{1382C667-BCD0-42D8-909A-17027E6A378D}" dt="2026-04-27T13:40:03.220" v="1357"/>
          <ac:spMkLst>
            <pc:docMk/>
            <pc:sldMk cId="3155571007" sldId="264"/>
            <ac:spMk id="3" creationId="{4C313AB1-A10C-D28F-E256-DC305D895940}"/>
          </ac:spMkLst>
        </pc:spChg>
      </pc:sldChg>
      <pc:sldChg chg="modSp mod">
        <pc:chgData name="Jo Navera" userId="cf76eb68cee54fc3" providerId="LiveId" clId="{1382C667-BCD0-42D8-909A-17027E6A378D}" dt="2026-04-13T14:21:24.267" v="1220" actId="20577"/>
        <pc:sldMkLst>
          <pc:docMk/>
          <pc:sldMk cId="349794357" sldId="265"/>
        </pc:sldMkLst>
        <pc:spChg chg="mod">
          <ac:chgData name="Jo Navera" userId="cf76eb68cee54fc3" providerId="LiveId" clId="{1382C667-BCD0-42D8-909A-17027E6A378D}" dt="2026-04-13T14:21:24.267" v="1220" actId="20577"/>
          <ac:spMkLst>
            <pc:docMk/>
            <pc:sldMk cId="349794357" sldId="265"/>
            <ac:spMk id="3" creationId="{5B56A2C3-16DA-F08F-BF11-3E6E387FD9AA}"/>
          </ac:spMkLst>
        </pc:spChg>
      </pc:sldChg>
      <pc:sldChg chg="modSp add mod ord">
        <pc:chgData name="Jo Navera" userId="cf76eb68cee54fc3" providerId="LiveId" clId="{1382C667-BCD0-42D8-909A-17027E6A378D}" dt="2026-04-11T14:26:47.105" v="851" actId="1076"/>
        <pc:sldMkLst>
          <pc:docMk/>
          <pc:sldMk cId="1377968813" sldId="272"/>
        </pc:sldMkLst>
        <pc:spChg chg="mod">
          <ac:chgData name="Jo Navera" userId="cf76eb68cee54fc3" providerId="LiveId" clId="{1382C667-BCD0-42D8-909A-17027E6A378D}" dt="2026-04-11T14:26:47.105" v="851" actId="1076"/>
          <ac:spMkLst>
            <pc:docMk/>
            <pc:sldMk cId="1377968813" sldId="272"/>
            <ac:spMk id="3" creationId="{8274DC06-306C-1393-8771-4FF13EA840B4}"/>
          </ac:spMkLst>
        </pc:spChg>
      </pc:sldChg>
      <pc:sldChg chg="modSp add mod">
        <pc:chgData name="Jo Navera" userId="cf76eb68cee54fc3" providerId="LiveId" clId="{1382C667-BCD0-42D8-909A-17027E6A378D}" dt="2026-04-27T12:47:15.592" v="1355" actId="20577"/>
        <pc:sldMkLst>
          <pc:docMk/>
          <pc:sldMk cId="104006115" sldId="275"/>
        </pc:sldMkLst>
        <pc:spChg chg="mod">
          <ac:chgData name="Jo Navera" userId="cf76eb68cee54fc3" providerId="LiveId" clId="{1382C667-BCD0-42D8-909A-17027E6A378D}" dt="2026-04-27T12:45:22.656" v="1257" actId="20577"/>
          <ac:spMkLst>
            <pc:docMk/>
            <pc:sldMk cId="104006115" sldId="275"/>
            <ac:spMk id="2" creationId="{49DCAAE2-2760-4EB8-01D0-49AB633AE507}"/>
          </ac:spMkLst>
        </pc:spChg>
        <pc:spChg chg="mod">
          <ac:chgData name="Jo Navera" userId="cf76eb68cee54fc3" providerId="LiveId" clId="{1382C667-BCD0-42D8-909A-17027E6A378D}" dt="2026-04-27T12:47:15.592" v="1355" actId="20577"/>
          <ac:spMkLst>
            <pc:docMk/>
            <pc:sldMk cId="104006115" sldId="275"/>
            <ac:spMk id="3" creationId="{769E7F0D-AED0-456F-5C8E-94F130F4E765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A0FE53-D80A-E47C-32DB-ECDC026F5B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7A6D98-AE70-633E-8125-954A761A65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8D5E58-EF8D-1E8C-5D4A-EE00A1C0C9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6540E-F4C4-475E-AF87-6DE0C092F8AB}" type="datetimeFigureOut">
              <a:rPr lang="en-PH" smtClean="0"/>
              <a:t>4/27/2026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059D66-C85A-F2F4-87D5-FA3EEFEB5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8B0AF9-315A-CD46-9282-D4E0F9317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85B84-DC7F-4C9E-800D-2AF77BE89C1E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9023458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A1379-32D7-5F55-FB33-503933F7C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2CD2CA-801F-937E-4FFA-0C2190742F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787A21-156C-6CA4-EB4B-327EE0A64D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6540E-F4C4-475E-AF87-6DE0C092F8AB}" type="datetimeFigureOut">
              <a:rPr lang="en-PH" smtClean="0"/>
              <a:t>4/27/2026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977717-C8FD-2D77-F809-6835D01F66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70A919-9BE3-6B8D-9B63-D814A7B2D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85B84-DC7F-4C9E-800D-2AF77BE89C1E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2041926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31034C-C72E-FA68-F395-E82132DBD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3E4235-ECA5-43C7-AA3C-6F447B3B2C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60AA96-BB00-B00E-1E7A-BE1D69577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6540E-F4C4-475E-AF87-6DE0C092F8AB}" type="datetimeFigureOut">
              <a:rPr lang="en-PH" smtClean="0"/>
              <a:t>4/27/2026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E1408D-A9B1-6D4B-0522-A4B5E18B4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6B85E4-9595-0101-FD92-D5DB03F8C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85B84-DC7F-4C9E-800D-2AF77BE89C1E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0011412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B0301E-1ABC-A482-B92B-969D01EA68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719908-BF59-9F4F-128C-4E0D5F5C0C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33C79-DCB0-4868-5E80-31773A302B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51046C-06AB-E88C-1742-3DECF0E96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6540E-F4C4-475E-AF87-6DE0C092F8AB}" type="datetimeFigureOut">
              <a:rPr lang="en-PH" smtClean="0"/>
              <a:t>4/27/2026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2782D8-817A-E13E-15C1-0F085E300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B8303C-E8E5-485C-91BE-9C93D51C0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85B84-DC7F-4C9E-800D-2AF77BE89C1E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1152908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8021C-9FAF-1555-A687-5431C92F8A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0F4D9D-F9A3-3BD0-C8DA-F3A52F39F6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3C3363-D034-9681-CB33-DF70EBE006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8EE0992-2AE0-F783-8D00-E49ED7A1B6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81641F4-44EE-DFFC-737F-C890B111D4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847A4C5-3FFE-031D-5F43-C8178A06E1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6540E-F4C4-475E-AF87-6DE0C092F8AB}" type="datetimeFigureOut">
              <a:rPr lang="en-PH" smtClean="0"/>
              <a:t>4/27/2026</a:t>
            </a:fld>
            <a:endParaRPr lang="en-P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6F10CD3-E2B4-18A3-8067-1EDCBB39A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DFC3EFD-0D39-608A-D0D2-60DC8A86F8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85B84-DC7F-4C9E-800D-2AF77BE89C1E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0064297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B5A0A-CFC9-F124-B927-846031D780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6D0927-652B-1246-5926-2C7E9E3C24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6540E-F4C4-475E-AF87-6DE0C092F8AB}" type="datetimeFigureOut">
              <a:rPr lang="en-PH" smtClean="0"/>
              <a:t>4/27/2026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8EDD8D-E462-2FF6-E953-B49DC85D4C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DFC8F5-6967-E202-2567-A35D5F70B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85B84-DC7F-4C9E-800D-2AF77BE89C1E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5563332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1ED7D51-8AF2-AC07-F279-F9EAE151AB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6540E-F4C4-475E-AF87-6DE0C092F8AB}" type="datetimeFigureOut">
              <a:rPr lang="en-PH" smtClean="0"/>
              <a:t>4/27/2026</a:t>
            </a:fld>
            <a:endParaRPr lang="en-P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132FAEA-52F3-7235-CA9D-719C5EA252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107B70-A0A1-00FF-2174-EE4BB166E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85B84-DC7F-4C9E-800D-2AF77BE89C1E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9036933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B8EC6-33FE-2461-6E7E-D20D1A5F4E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0D962A-B520-33B4-C4C0-EE3CC5D1D3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5516DC-E0A5-0103-A3B0-CD37782A6C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8A0498-76B8-01C7-EDF1-093F9A966A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6540E-F4C4-475E-AF87-6DE0C092F8AB}" type="datetimeFigureOut">
              <a:rPr lang="en-PH" smtClean="0"/>
              <a:t>4/27/2026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619351-45BF-2C14-2E7D-00205F61E9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E1DE0D-E405-BEC0-FD0E-47F28F253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85B84-DC7F-4C9E-800D-2AF77BE89C1E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6601950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DF497-CE19-CC96-5135-02E5127B6B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71FEF40-ED64-4AB4-43D0-50E0F54E85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AFC980-61A2-435A-36A2-A746986FF7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71384F-EC9F-E393-6AD2-DC97A7A89D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6540E-F4C4-475E-AF87-6DE0C092F8AB}" type="datetimeFigureOut">
              <a:rPr lang="en-PH" smtClean="0"/>
              <a:t>4/27/2026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89DD80-9D2A-2F5C-477D-F7A4C937D5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AC11AF-74BB-7717-FC1A-44112BEFC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85B84-DC7F-4C9E-800D-2AF77BE89C1E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7144313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5CD201-E6E4-19FC-CFE5-53DD21A821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016C62-F667-7DC5-EBEA-ECB490360A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A1BAE7-009D-1B8D-329F-637C3EE79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6540E-F4C4-475E-AF87-6DE0C092F8AB}" type="datetimeFigureOut">
              <a:rPr lang="en-PH" smtClean="0"/>
              <a:t>4/27/2026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8E5B5A-59DB-8A71-F24B-E2EEA7A8FF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6FB007-A79D-72F9-6B7F-8BDA94BAF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85B84-DC7F-4C9E-800D-2AF77BE89C1E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2409848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F2ED09C-64FE-4425-3222-C8934A499D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32AA83-79EC-32A1-3D41-EE1996959D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6EBB90-0230-33BB-045B-F69BACA86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6540E-F4C4-475E-AF87-6DE0C092F8AB}" type="datetimeFigureOut">
              <a:rPr lang="en-PH" smtClean="0"/>
              <a:t>4/27/2026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2BF2C8-470F-E552-AF5F-DF3F6EE85B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6B5FCB-94D7-F76F-8D0F-F16E85E02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85B84-DC7F-4C9E-800D-2AF77BE89C1E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2211995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270A876-B0A3-A5CE-7EFD-ACDC68D96E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79890F-C424-2BE9-CDA3-7D64CB7458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86BF5B-4BAA-FB5C-D7C1-E3FAE5DFA0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A6540E-F4C4-475E-AF87-6DE0C092F8AB}" type="datetimeFigureOut">
              <a:rPr lang="en-PH" smtClean="0"/>
              <a:t>4/27/2026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E66DEB-3FA4-DEE2-43FD-56BD5D86B2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8277D7-60DC-B7C2-B9EB-336197C797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285B84-DC7F-4C9E-800D-2AF77BE89C1E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4157717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1B6C5-C9DF-680D-9B17-73DCBA11A1B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Python Training : Part I</a:t>
            </a:r>
            <a:endParaRPr lang="en-PH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58492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AD3182-CE9D-F8D1-8729-ECCC85BE96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70-20-10 Model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1FC355-D62D-21E6-E8F5-43F8B17D08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PH" dirty="0"/>
              <a:t> 70% from experience, 20% coaching, 10% formal/theoretical course.</a:t>
            </a:r>
          </a:p>
          <a:p>
            <a:r>
              <a:rPr lang="en-PH" dirty="0"/>
              <a:t>We’ll make a Python app as a group.</a:t>
            </a:r>
          </a:p>
          <a:p>
            <a:r>
              <a:rPr lang="en-PH" dirty="0"/>
              <a:t>Ask questions. Anytime.</a:t>
            </a:r>
          </a:p>
          <a:p>
            <a:r>
              <a:rPr lang="en-PH" dirty="0"/>
              <a:t>The entire training is a group activity.</a:t>
            </a:r>
          </a:p>
          <a:p>
            <a:r>
              <a:rPr lang="en-PH" dirty="0"/>
              <a:t>Be ready to share your screen.</a:t>
            </a:r>
          </a:p>
          <a:p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4954754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740F63-F262-5008-93BF-2838E91E5D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AE50E9-54F8-D808-4E27-DABD14029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Scope and Limitations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108CE6-8C2B-B40D-5082-E758F94C48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PH" dirty="0"/>
              <a:t>Scope and Goals</a:t>
            </a:r>
          </a:p>
          <a:p>
            <a:pPr lvl="1"/>
            <a:r>
              <a:rPr lang="en-PH" dirty="0"/>
              <a:t>Actual coding</a:t>
            </a:r>
          </a:p>
          <a:p>
            <a:pPr lvl="1"/>
            <a:r>
              <a:rPr lang="en-PH" dirty="0"/>
              <a:t>Debugging</a:t>
            </a:r>
          </a:p>
          <a:p>
            <a:pPr lvl="1"/>
            <a:r>
              <a:rPr lang="en-PH" dirty="0"/>
              <a:t>“Googling”</a:t>
            </a:r>
          </a:p>
          <a:p>
            <a:r>
              <a:rPr lang="en-PH" dirty="0"/>
              <a:t>Limitations</a:t>
            </a:r>
          </a:p>
          <a:p>
            <a:pPr lvl="1"/>
            <a:r>
              <a:rPr lang="en-PH" dirty="0"/>
              <a:t>Entire history of Python</a:t>
            </a:r>
          </a:p>
          <a:p>
            <a:pPr lvl="1"/>
            <a:r>
              <a:rPr lang="en-PH" dirty="0"/>
              <a:t>All available libraries and functions</a:t>
            </a:r>
          </a:p>
          <a:p>
            <a:pPr lvl="1"/>
            <a:r>
              <a:rPr lang="en-PH" dirty="0"/>
              <a:t>Low-level details</a:t>
            </a:r>
          </a:p>
          <a:p>
            <a:pPr lvl="1"/>
            <a:r>
              <a:rPr lang="en-PH" dirty="0"/>
              <a:t>More advanced levels*</a:t>
            </a:r>
          </a:p>
          <a:p>
            <a:pPr marL="457200" lvl="1" indent="0">
              <a:buNone/>
            </a:pPr>
            <a:endParaRPr lang="en-PH" dirty="0"/>
          </a:p>
          <a:p>
            <a:pPr lvl="1"/>
            <a:endParaRPr lang="en-PH" dirty="0"/>
          </a:p>
          <a:p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17254359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60BD38-BCB3-FF33-2E20-94F7A0A89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Python?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156689-137D-55F3-745E-700BC5CF78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Simple and easy to learn (adaptable) programming language.</a:t>
            </a:r>
          </a:p>
          <a:p>
            <a:pPr lvl="1"/>
            <a:r>
              <a:rPr lang="en-US" dirty="0"/>
              <a:t>High-level language</a:t>
            </a:r>
          </a:p>
          <a:p>
            <a:pPr lvl="1"/>
            <a:r>
              <a:rPr lang="en-US" dirty="0"/>
              <a:t>Cross platform</a:t>
            </a:r>
          </a:p>
          <a:p>
            <a:pPr lvl="1"/>
            <a:r>
              <a:rPr lang="en-US" dirty="0"/>
              <a:t>Huge community and ecosystem</a:t>
            </a:r>
          </a:p>
          <a:p>
            <a:r>
              <a:rPr lang="en-US" dirty="0"/>
              <a:t>Python is multi-purpose</a:t>
            </a:r>
            <a:r>
              <a:rPr lang="en-PH" dirty="0"/>
              <a:t> and multi-platform.</a:t>
            </a:r>
          </a:p>
          <a:p>
            <a:r>
              <a:rPr lang="en-PH" dirty="0"/>
              <a:t>Whatever you want to do with Python, chances are somebody has done it already</a:t>
            </a:r>
          </a:p>
          <a:p>
            <a:endParaRPr lang="en-PH" dirty="0"/>
          </a:p>
          <a:p>
            <a:endParaRPr lang="en-PH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03365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234BFE-A934-18A9-4686-CF5BA43DF8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2D874B-71B3-F72F-1641-638F1D1818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Generic Software Development Principles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D643DA-939A-6E40-09B3-7AF2EA60D9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Variables</a:t>
            </a:r>
          </a:p>
          <a:p>
            <a:r>
              <a:rPr lang="en-US" dirty="0"/>
              <a:t>Data types</a:t>
            </a:r>
          </a:p>
          <a:p>
            <a:pPr lvl="1"/>
            <a:r>
              <a:rPr lang="en-US" dirty="0"/>
              <a:t>String</a:t>
            </a:r>
          </a:p>
          <a:p>
            <a:pPr lvl="1"/>
            <a:r>
              <a:rPr lang="en-US" dirty="0"/>
              <a:t>Numerical</a:t>
            </a:r>
          </a:p>
          <a:p>
            <a:pPr lvl="1"/>
            <a:r>
              <a:rPr lang="en-US" dirty="0"/>
              <a:t>Boolean</a:t>
            </a:r>
          </a:p>
          <a:p>
            <a:r>
              <a:rPr lang="en-US" dirty="0"/>
              <a:t>Functions</a:t>
            </a:r>
          </a:p>
          <a:p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17370972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BB084-7526-A2AD-3B67-EBB9AFDCC5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 for Python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7FCCC3-0C04-2F7E-16D6-F194C4AE66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Many options available; </a:t>
            </a:r>
            <a:r>
              <a:rPr lang="en-US" dirty="0" err="1"/>
              <a:t>VSCode</a:t>
            </a:r>
            <a:r>
              <a:rPr lang="en-US" dirty="0"/>
              <a:t> is highly recommended</a:t>
            </a:r>
          </a:p>
          <a:p>
            <a:r>
              <a:rPr lang="en-US" dirty="0"/>
              <a:t>Advantages of using an IDE</a:t>
            </a:r>
          </a:p>
          <a:p>
            <a:pPr lvl="1"/>
            <a:r>
              <a:rPr lang="en-US" dirty="0"/>
              <a:t>Linting</a:t>
            </a:r>
          </a:p>
          <a:p>
            <a:pPr lvl="1"/>
            <a:r>
              <a:rPr lang="en-US" dirty="0"/>
              <a:t>Debugging</a:t>
            </a:r>
          </a:p>
          <a:p>
            <a:pPr lvl="1"/>
            <a:r>
              <a:rPr lang="en-US" dirty="0"/>
              <a:t>Autocompletion</a:t>
            </a:r>
          </a:p>
          <a:p>
            <a:pPr lvl="1"/>
            <a:r>
              <a:rPr lang="en-US" dirty="0"/>
              <a:t>Code formatting</a:t>
            </a:r>
          </a:p>
          <a:p>
            <a:pPr lvl="1"/>
            <a:r>
              <a:rPr lang="en-US" dirty="0"/>
              <a:t>Unit testing</a:t>
            </a:r>
          </a:p>
          <a:p>
            <a:pPr lvl="1"/>
            <a:r>
              <a:rPr lang="en-US" dirty="0"/>
              <a:t>Plug-ins and extensions (code snippets, AI assistants, etc.)</a:t>
            </a:r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8463739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6C7D7-1616-F4E0-A64E-B522A6AEA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Functions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313AB1-A10C-D28F-E256-DC305D8959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Standalone blocks of reusable code defined at the module level using the def keyword</a:t>
            </a:r>
          </a:p>
          <a:p>
            <a:r>
              <a:rPr lang="en-US" dirty="0"/>
              <a:t>def </a:t>
            </a:r>
            <a:r>
              <a:rPr lang="en-US" dirty="0" err="1"/>
              <a:t>function_name</a:t>
            </a:r>
            <a:r>
              <a:rPr lang="en-US" dirty="0"/>
              <a:t>(parameters):</a:t>
            </a:r>
            <a:br>
              <a:rPr lang="en-US" dirty="0"/>
            </a:br>
            <a:r>
              <a:rPr lang="en-US" dirty="0"/>
              <a:t>        statements</a:t>
            </a:r>
            <a:br>
              <a:rPr lang="en-US" dirty="0"/>
            </a:br>
            <a:r>
              <a:rPr lang="en-US" dirty="0"/>
              <a:t>    return value  # Optional return statement</a:t>
            </a:r>
          </a:p>
          <a:p>
            <a:endParaRPr lang="en-US" dirty="0"/>
          </a:p>
          <a:p>
            <a:r>
              <a:rPr lang="en-US" dirty="0"/>
              <a:t>Not bound to any object; they exist independently in the module namespace</a:t>
            </a:r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31555710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A7E395-FA8A-C4E6-2E89-D105143262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CAAE2-2760-4EB8-01D0-49AB633AE5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Inputs for Python Scripts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9E7F0D-AED0-456F-5C8E-94F130F4E7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Command Line Arguments </a:t>
            </a:r>
          </a:p>
          <a:p>
            <a:pPr lvl="1"/>
            <a:r>
              <a:rPr lang="en-US" dirty="0"/>
              <a:t>&lt;python script_name.py argument1 argument2&gt;</a:t>
            </a:r>
          </a:p>
          <a:p>
            <a:r>
              <a:rPr lang="en-US" dirty="0"/>
              <a:t>Command Line Arguments Using </a:t>
            </a:r>
            <a:r>
              <a:rPr lang="en-US" dirty="0" err="1"/>
              <a:t>ArgParse</a:t>
            </a:r>
            <a:endParaRPr lang="en-US" dirty="0"/>
          </a:p>
          <a:p>
            <a:pPr lvl="1"/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1040061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92B957-DB33-3278-08F3-180DB3F498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Conditional Statements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56A2C3-16DA-F08F-BF11-3E6E387FD9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If, Elif, Else</a:t>
            </a:r>
          </a:p>
          <a:p>
            <a:r>
              <a:rPr lang="en-US" dirty="0"/>
              <a:t>Logical operators</a:t>
            </a:r>
          </a:p>
          <a:p>
            <a:pPr lvl="1"/>
            <a:r>
              <a:rPr lang="en-US" dirty="0"/>
              <a:t>And</a:t>
            </a:r>
          </a:p>
          <a:p>
            <a:pPr lvl="1"/>
            <a:r>
              <a:rPr lang="en-US" dirty="0"/>
              <a:t>Or</a:t>
            </a:r>
          </a:p>
          <a:p>
            <a:pPr lvl="1"/>
            <a:r>
              <a:rPr lang="en-US" dirty="0"/>
              <a:t>Not</a:t>
            </a:r>
            <a:endParaRPr lang="en-PH" dirty="0"/>
          </a:p>
          <a:p>
            <a:pPr fontAlgn="ctr"/>
            <a:r>
              <a:rPr lang="en-PH" dirty="0"/>
              <a:t>Separate conditions with parentheses.</a:t>
            </a:r>
          </a:p>
          <a:p>
            <a:pPr fontAlgn="ctr"/>
            <a:r>
              <a:rPr lang="en-PH" dirty="0"/>
              <a:t>Try to limit conditions within parentheses to </a:t>
            </a:r>
            <a:r>
              <a:rPr lang="en-PH"/>
              <a:t>just 1 pair</a:t>
            </a:r>
            <a:endParaRPr lang="en-PH" dirty="0"/>
          </a:p>
          <a:p>
            <a:pPr fontAlgn="ctr"/>
            <a:r>
              <a:rPr lang="en-PH" dirty="0"/>
              <a:t>Evaluation happens from left to right and is short circuited.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7943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F95641-60A1-0444-ED71-538427446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Loops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D1B950-F7D2-3723-BFAA-DD4D09C24A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loop</a:t>
            </a:r>
          </a:p>
          <a:p>
            <a:pPr lvl="1"/>
            <a:r>
              <a:rPr lang="en-US" dirty="0"/>
              <a:t>Break to exit the loop early</a:t>
            </a:r>
          </a:p>
          <a:p>
            <a:pPr lvl="1"/>
            <a:r>
              <a:rPr lang="en-US" dirty="0"/>
              <a:t>Else statement at the end</a:t>
            </a:r>
          </a:p>
          <a:p>
            <a:pPr lvl="1"/>
            <a:r>
              <a:rPr lang="en-US" dirty="0"/>
              <a:t>Can loop through objects in a collection</a:t>
            </a:r>
            <a:endParaRPr lang="en-PH" dirty="0"/>
          </a:p>
          <a:p>
            <a:r>
              <a:rPr lang="en-PH" dirty="0"/>
              <a:t>While Loop</a:t>
            </a:r>
          </a:p>
          <a:p>
            <a:pPr lvl="1"/>
            <a:r>
              <a:rPr lang="en-PH" dirty="0"/>
              <a:t>Based on a condition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3401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37FD2E-D044-D8E7-6F75-77DAD259A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Importing Libraries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1F087C-6D25-EA79-A77C-E154BFECAF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Some libraries are already available in the base Python package</a:t>
            </a:r>
          </a:p>
          <a:p>
            <a:r>
              <a:rPr lang="en-US" dirty="0"/>
              <a:t>Others that aren’t available, needs to be installed</a:t>
            </a:r>
          </a:p>
          <a:p>
            <a:pPr lvl="1"/>
            <a:r>
              <a:rPr lang="en-US" dirty="0"/>
              <a:t>Installation procedures vary between packages</a:t>
            </a:r>
          </a:p>
          <a:p>
            <a:pPr lvl="1"/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25555925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3EEF55-B9BA-CD2D-DC1E-F1E45E50D0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9A361-3ACC-E9C3-26E4-A114873AAA4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Let’s Start Coding</a:t>
            </a:r>
            <a:endParaRPr lang="en-PH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FB0A53-D050-3DEF-9C43-6AC216CA836E}"/>
              </a:ext>
            </a:extLst>
          </p:cNvPr>
          <p:cNvSpPr txBox="1"/>
          <p:nvPr/>
        </p:nvSpPr>
        <p:spPr>
          <a:xfrm>
            <a:off x="4614344" y="4001729"/>
            <a:ext cx="29633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Import text file into the code</a:t>
            </a:r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184391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7EA9AE-0063-21BD-8AAC-E123A6F598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28F844-146D-7FC6-1B5E-615D9826404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Let’s Continue Coding</a:t>
            </a:r>
            <a:endParaRPr lang="en-PH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B36C1C-24A4-3056-5290-C062B25C1739}"/>
              </a:ext>
            </a:extLst>
          </p:cNvPr>
          <p:cNvSpPr txBox="1"/>
          <p:nvPr/>
        </p:nvSpPr>
        <p:spPr>
          <a:xfrm>
            <a:off x="4192562" y="4001729"/>
            <a:ext cx="3806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Slice the text into separate variables </a:t>
            </a:r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16674051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4C663B-0A08-41B8-8434-FEE56EC862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D73E5-577F-EC99-3690-97D40BE3446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Let’s Continue Coding</a:t>
            </a:r>
            <a:endParaRPr lang="en-PH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05B5C55-48AB-6DF7-DF66-6689239642DE}"/>
              </a:ext>
            </a:extLst>
          </p:cNvPr>
          <p:cNvSpPr txBox="1"/>
          <p:nvPr/>
        </p:nvSpPr>
        <p:spPr>
          <a:xfrm>
            <a:off x="4138990" y="4001729"/>
            <a:ext cx="39140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Loop through all the records in the file</a:t>
            </a:r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9765277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577FEA-4E8F-8A47-1DEC-DABBAFBAD3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EEAB4-B698-320F-B1BC-64D7445E075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Let’s Continue Coding</a:t>
            </a:r>
            <a:endParaRPr lang="en-PH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274DC06-306C-1393-8771-4FF13EA840B4}"/>
              </a:ext>
            </a:extLst>
          </p:cNvPr>
          <p:cNvSpPr txBox="1"/>
          <p:nvPr/>
        </p:nvSpPr>
        <p:spPr>
          <a:xfrm>
            <a:off x="5032215" y="4001729"/>
            <a:ext cx="2127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Layout into an array</a:t>
            </a:r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13779688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1333C4-52CB-E4E9-4C43-7128F1A30D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DBBC79-9DCF-38AF-E71E-0897D8EF721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Let’s Continue Coding</a:t>
            </a:r>
            <a:endParaRPr lang="en-PH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7785A9-460A-6B9D-CFAA-1B031554A827}"/>
              </a:ext>
            </a:extLst>
          </p:cNvPr>
          <p:cNvSpPr txBox="1"/>
          <p:nvPr/>
        </p:nvSpPr>
        <p:spPr>
          <a:xfrm>
            <a:off x="5056067" y="4001729"/>
            <a:ext cx="20798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Let’s try a “sad” file</a:t>
            </a:r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24315067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A3D78C-6A53-8577-5AD0-64D7BF0017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254295-AF78-8F13-A07F-15A03863C26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Let’s Wrap-up Coding</a:t>
            </a:r>
            <a:endParaRPr lang="en-PH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0D9CDC-9857-A72E-82DE-1DF0816BAA72}"/>
              </a:ext>
            </a:extLst>
          </p:cNvPr>
          <p:cNvSpPr txBox="1"/>
          <p:nvPr/>
        </p:nvSpPr>
        <p:spPr>
          <a:xfrm>
            <a:off x="5579256" y="4001729"/>
            <a:ext cx="10334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Refactor</a:t>
            </a:r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13661769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498</TotalTime>
  <Words>380</Words>
  <Application>Microsoft Office PowerPoint</Application>
  <PresentationFormat>Widescreen</PresentationFormat>
  <Paragraphs>83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Aptos</vt:lpstr>
      <vt:lpstr>Aptos Display</vt:lpstr>
      <vt:lpstr>Arial</vt:lpstr>
      <vt:lpstr>Calibri</vt:lpstr>
      <vt:lpstr>Office Theme</vt:lpstr>
      <vt:lpstr>Python Training : Part I</vt:lpstr>
      <vt:lpstr>70-20-10 Model</vt:lpstr>
      <vt:lpstr>Scope and Limitations</vt:lpstr>
      <vt:lpstr>What is Python?</vt:lpstr>
      <vt:lpstr>Generic Software Development Principles</vt:lpstr>
      <vt:lpstr>IDE for Python</vt:lpstr>
      <vt:lpstr>Functions</vt:lpstr>
      <vt:lpstr>Inputs for Python Scripts</vt:lpstr>
      <vt:lpstr>Conditional Statements</vt:lpstr>
      <vt:lpstr>Loops</vt:lpstr>
      <vt:lpstr>Importing Libraries</vt:lpstr>
      <vt:lpstr>Let’s Start Coding</vt:lpstr>
      <vt:lpstr>Let’s Continue Coding</vt:lpstr>
      <vt:lpstr>Let’s Continue Coding</vt:lpstr>
      <vt:lpstr>Let’s Continue Coding</vt:lpstr>
      <vt:lpstr>Let’s Continue Coding</vt:lpstr>
      <vt:lpstr>Let’s Wrap-up Coding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 Navera</dc:creator>
  <cp:lastModifiedBy>Jo Navera</cp:lastModifiedBy>
  <cp:revision>1</cp:revision>
  <dcterms:created xsi:type="dcterms:W3CDTF">2026-03-11T20:33:11Z</dcterms:created>
  <dcterms:modified xsi:type="dcterms:W3CDTF">2026-04-27T13:40:11Z</dcterms:modified>
</cp:coreProperties>
</file>